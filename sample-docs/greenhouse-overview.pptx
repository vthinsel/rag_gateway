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Community Greenhouse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Fictional demo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Operating facts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Open daily from 08:00 to 18:00.</a:t>
            </a:r>
          </a:p>
          <a:p>
            <a:pPr>
              <a:defRPr sz="2000"/>
            </a:pPr>
            <a:r>
              <a:t>The rainwater reservoir capacity is 2,400 liters.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743200"/>
          <a:ext cx="5943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</a:tblGrid>
              <a:tr h="365760">
                <a:tc>
                  <a:txBody>
                    <a:bodyPr/>
                    <a:lstStyle/>
                    <a:p>
                      <a:r>
                        <a:t>Bed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Example crops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Tomatoes and basil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Lettuce and spinach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